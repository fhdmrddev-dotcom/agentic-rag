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{{deck_title}}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{{metric}}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{{value}}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